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4434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54880" y="0"/>
            <a:ext cx="54864" cy="51435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05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Prise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2103120" y="1005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Pulse</a:t>
            </a:r>
            <a:endParaRPr lang="en-US" sz="56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201168" cy="201168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745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Intelligence Platform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full-stack web app inspired by MoneyControl — built with React, Node.js, MongoDB and WebSocket for live Indian market data.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4008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82880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6596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92024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108960" y="3291840"/>
            <a:ext cx="1188720" cy="118872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46120" y="3401568"/>
            <a:ext cx="914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3200400" y="4005072"/>
            <a:ext cx="10058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APIs</a:t>
            </a:r>
            <a:endParaRPr lang="en-US" sz="12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5943600" y="731520"/>
            <a:ext cx="2560320" cy="2560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4937760" y="4389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prisepulse-two.vercel.app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3776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Krish Shah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investor has the same question...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8412480" cy="137160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71600"/>
            <a:ext cx="54864" cy="13716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1732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"Where is NIFTY right now? How is my portfolio doing? Should I buy or sell?"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Dependent on Big Apps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Indians rely on Moneycontrol and Zerodha daily — but how do these platforms actually work?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Learning Resource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these apps every day but have no idea about WebSockets, real-time APIs, or JWT authentication behind them.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926080"/>
            <a:ext cx="2651760" cy="17373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2926080"/>
            <a:ext cx="265176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30358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172200" y="352044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massive gap between using a financial app and understanding how to actually build one from scratch.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 PrisePulse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real-time financial intelligence platform — built entirely from scratch using modern web technologies.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69164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82880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Markets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NIFTY, SENSEX, BANK NIFTY every 10s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46888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468880" y="169164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8608" y="182880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180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Crypto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56032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coins in INR via CoinGecko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1772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17720" y="1691640"/>
            <a:ext cx="1920240" cy="4572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182880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12064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News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0916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news from ET, Moneycontrol, BS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766560" y="169164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66560" y="169164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1828800"/>
            <a:ext cx="320040" cy="32004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269480" y="18013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Mutual Funds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0" y="2240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NAV from AMFI India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2004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320040" y="320040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" y="333756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82296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Tracker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41148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stocks, track P&amp;L in real time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246888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26"/>
          <p:cNvSpPr/>
          <p:nvPr/>
        </p:nvSpPr>
        <p:spPr>
          <a:xfrm>
            <a:off x="2468880" y="3200400"/>
            <a:ext cx="1920240" cy="4572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78608" y="3337560"/>
            <a:ext cx="320040" cy="32004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297180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Watchlist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256032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Personalised list saved to cloud DB</a:t>
            </a:r>
            <a:endParaRPr lang="en-US" sz="1000" dirty="0"/>
          </a:p>
        </p:txBody>
      </p:sp>
      <p:sp>
        <p:nvSpPr>
          <p:cNvPr id="37" name="Shape 29"/>
          <p:cNvSpPr/>
          <p:nvPr/>
        </p:nvSpPr>
        <p:spPr>
          <a:xfrm>
            <a:off x="461772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4617720" y="3200400"/>
            <a:ext cx="192024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7448" y="3337560"/>
            <a:ext cx="320040" cy="32004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512064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Calculators</a:t>
            </a:r>
            <a:endParaRPr lang="en-US" sz="1200" dirty="0"/>
          </a:p>
        </p:txBody>
      </p:sp>
      <p:sp>
        <p:nvSpPr>
          <p:cNvPr id="41" name="Text 32"/>
          <p:cNvSpPr/>
          <p:nvPr/>
        </p:nvSpPr>
        <p:spPr>
          <a:xfrm>
            <a:off x="470916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SIP, Brokerage, EMI, Position Size...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766560" y="3200400"/>
            <a:ext cx="1920240" cy="13258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Shape 34"/>
          <p:cNvSpPr/>
          <p:nvPr/>
        </p:nvSpPr>
        <p:spPr>
          <a:xfrm>
            <a:off x="6766560" y="3200400"/>
            <a:ext cx="1920240" cy="4572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6288" y="3337560"/>
            <a:ext cx="320040" cy="32004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69480" y="33101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46" name="Text 36"/>
          <p:cNvSpPr/>
          <p:nvPr/>
        </p:nvSpPr>
        <p:spPr>
          <a:xfrm>
            <a:off x="6858000" y="3749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 secure login</a:t>
            </a:r>
            <a:endParaRPr lang="en-US" sz="1000" dirty="0"/>
          </a:p>
        </p:txBody>
      </p:sp>
      <p:sp>
        <p:nvSpPr>
          <p:cNvPr id="47" name="Text 3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with the right tools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920240" cy="320040"/>
          </a:xfrm>
          <a:prstGeom prst="rect">
            <a:avLst/>
          </a:prstGeom>
          <a:solidFill>
            <a:srgbClr val="00C853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FRONTEND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37360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18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688336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163824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Client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639312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114800"/>
            <a:ext cx="73152" cy="73152"/>
          </a:xfrm>
          <a:prstGeom prst="ellipse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 DOM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46888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468880" y="1280160"/>
            <a:ext cx="1920240" cy="320040"/>
          </a:xfrm>
          <a:prstGeom prst="rect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6032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51760" y="1737360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8892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22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51760" y="2212848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8892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4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651760" y="2688336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8892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4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51760" y="3163824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8892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651760" y="3639312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8892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7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651760" y="4114800"/>
            <a:ext cx="73152" cy="73152"/>
          </a:xfrm>
          <a:prstGeom prst="ellipse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8892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Bcryptjs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61772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17720" y="1280160"/>
            <a:ext cx="1920240" cy="320040"/>
          </a:xfrm>
          <a:prstGeom prst="rect">
            <a:avLst/>
          </a:prstGeom>
          <a:solidFill>
            <a:srgbClr val="00E676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800600" y="1737360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3776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00600" y="2212848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Free Cluster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00600" y="2688336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Mumbai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800600" y="3163824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3776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512MB Storage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800600" y="3639312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93776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Backup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800600" y="4114800"/>
            <a:ext cx="73152" cy="73152"/>
          </a:xfrm>
          <a:prstGeom prst="ellipse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3776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ODM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766560" y="1280160"/>
            <a:ext cx="1920240" cy="35204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766560" y="1280160"/>
            <a:ext cx="1920240" cy="320040"/>
          </a:xfrm>
          <a:prstGeom prst="rect">
            <a:avLst/>
          </a:prstGeom>
          <a:solidFill>
            <a:srgbClr val="FFB300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58000" y="12801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B3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949440" y="1737360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86600" y="17099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949440" y="2212848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86600" y="218541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(Backend)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949440" y="2688336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086600" y="266090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CI/CD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949440" y="3163824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86600" y="313639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Deploy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949440" y="3639312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86600" y="36118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CDN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949440" y="4114800"/>
            <a:ext cx="73152" cy="73152"/>
          </a:xfrm>
          <a:prstGeom prst="ellipse">
            <a:avLst/>
          </a:prstGeom>
          <a:solidFill>
            <a:srgbClr val="FFB3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086600" y="40873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 →  Express  →  MongoDB  →  NSE / CoinGecko / mfapi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all connects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71600"/>
            <a:ext cx="2011680" cy="34747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1148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UI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Client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HTTP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JWT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6616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566160" y="1371600"/>
            <a:ext cx="2011680" cy="34747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0332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Express.js API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WS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0332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4904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Node-cron 10s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70332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Verify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4904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858000" y="1371600"/>
            <a:ext cx="201168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8000" y="1371600"/>
            <a:ext cx="2011680" cy="347472"/>
          </a:xfrm>
          <a:prstGeom prst="rect">
            <a:avLst/>
          </a:prstGeom>
          <a:solidFill>
            <a:srgbClr val="00E676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13716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50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LAYER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95160" y="187452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1874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995160" y="237744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40880" y="237744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NSE India API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995160" y="288036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288036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CoinGecko API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995160" y="338328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40880" y="338328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mfapi.in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995160" y="3886200"/>
            <a:ext cx="1737360" cy="347472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38862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NewsAPI.org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86000" y="2971800"/>
            <a:ext cx="1280160" cy="0"/>
          </a:xfrm>
          <a:prstGeom prst="line">
            <a:avLst/>
          </a:prstGeom>
          <a:noFill/>
          <a:ln w="25400">
            <a:solidFill>
              <a:srgbClr val="00C853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2286000" y="2743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WS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2971800"/>
            <a:ext cx="1280160" cy="0"/>
          </a:xfrm>
          <a:prstGeom prst="line">
            <a:avLst/>
          </a:prstGeom>
          <a:noFill/>
          <a:ln w="25400">
            <a:solidFill>
              <a:srgbClr val="00BCD4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5577840" y="274320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APIs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FEATURES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you see when you open the app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12527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Market Status Banner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pulsing dot when NSE is open. Grey when closed. Calculated using IST timezone every request.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9659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21488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14400" y="21671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Index Cards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2468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50, SENSEX, BANK NIFTY, NIFTY IT — real prices from NSE India updating every 10 seconds via WebSocket.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8803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" y="30632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4400" y="30815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Gainers &amp; Losers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" y="33832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movers from Nifty 50 with symbol, price, % change, and trading volume — live from NSE.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794760"/>
            <a:ext cx="0" cy="182880"/>
          </a:xfrm>
          <a:prstGeom prst="line">
            <a:avLst/>
          </a:prstGeom>
          <a:noFill/>
          <a:ln w="12700">
            <a:solidFill>
              <a:srgbClr val="00C853">
                <a:alpha val="4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977640"/>
            <a:ext cx="502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39959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Intraday Chart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" y="42976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NIFTY 50 minute-by-minute price line chart for the current session built with Recharts.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120640" y="1234440"/>
            <a:ext cx="3657600" cy="356616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120640" y="1234440"/>
            <a:ext cx="3657600" cy="4572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257800" y="1874520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18745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3093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update interval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257800" y="2404872"/>
            <a:ext cx="3383280" cy="438912"/>
          </a:xfrm>
          <a:prstGeom prst="rect">
            <a:avLst/>
          </a:prstGeom>
          <a:solidFill>
            <a:srgbClr val="131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240487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09360" y="24505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APIs integrated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257800" y="2935224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03520" y="293522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309360" y="298094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in the app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257800" y="3465576"/>
            <a:ext cx="3383280" cy="438912"/>
          </a:xfrm>
          <a:prstGeom prst="rect">
            <a:avLst/>
          </a:prstGeom>
          <a:solidFill>
            <a:srgbClr val="131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0" y="346557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6309360" y="35112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run (per month)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257800" y="3995928"/>
            <a:ext cx="3383280" cy="438912"/>
          </a:xfrm>
          <a:prstGeom prst="rect">
            <a:avLst/>
          </a:prstGeom>
          <a:solidFill>
            <a:srgbClr val="1118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3520" y="399592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24/7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309360" y="40416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worldwide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Financial Calculators Built From Scratch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third-party widget. Every formula coded manually in React.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08760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" y="15087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8408" y="1645920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9848" y="1554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Position Size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69848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Capital, risk %, entry, stop loss → Qty to buy + R:R ratio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350008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23500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78408" y="2487168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9848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SIP Calculator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9848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amount, rate, years → Total maturity value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9768" y="31912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78408" y="3328416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9848" y="3236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Brokerage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69848" y="3538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Equity/F&amp;O → STT, GST, SEBI charges, net P&amp;L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4032504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29768" y="40325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78408" y="4169664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9848" y="407822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EMI / Loan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69848" y="43799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Principal, rate, tenure → Monthly EMI + total interest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08760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64608" y="15087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5413248" y="1645920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04688" y="1554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Interest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18562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Yearly/quarterly/monthly compounding → final amount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2350008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64608" y="235000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413248" y="2487168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504688" y="239572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Margin Calculator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04688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price, qty, leverage → Margin required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54880" y="3191256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864608" y="319125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413248" y="3328416"/>
            <a:ext cx="0" cy="43891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04688" y="32369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Returns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504688" y="35387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Buy/sell price, days → Absolute + annualised returns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54880" y="4032504"/>
            <a:ext cx="4114800" cy="713232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937760" y="4032504"/>
            <a:ext cx="3749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more coming soon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C853">
              <a:alpha val="20000"/>
            </a:srgbClr>
          </a:solidFill>
          <a:ln w="12700">
            <a:solidFill>
              <a:srgbClr val="00C85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8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user accounts actually work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2976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User Signs 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Enters name, email, password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205740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1012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84048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Bcrypt Hash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3756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→ $2b$10$xK9mN... (irreversible)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06440" y="205740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80760" y="132588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90488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1463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Saved to MongoDB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19659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hash is stored, never the real password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976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6012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JWT Issued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signs a 7-day token with JWT_SECRET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374904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31012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84048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 Stores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3756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saved in localStorage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806440" y="3749040"/>
            <a:ext cx="274320" cy="0"/>
          </a:xfrm>
          <a:prstGeom prst="line">
            <a:avLst/>
          </a:prstGeom>
          <a:noFill/>
          <a:ln w="19050">
            <a:solidFill>
              <a:srgbClr val="00C85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80760" y="3017520"/>
            <a:ext cx="2606040" cy="146304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90488" y="3127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6720840" y="3154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 Routes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17920" y="36576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sends token — server verifies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617720"/>
            <a:ext cx="8503920" cy="365760"/>
          </a:xfrm>
          <a:prstGeom prst="rect">
            <a:avLst/>
          </a:prstGeom>
          <a:solidFill>
            <a:srgbClr val="0F1929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7200" y="464515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technology used by Netflix, Google, and every major fintech platform.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FF4444">
              <a:alpha val="20000"/>
            </a:srgbClr>
          </a:solidFill>
          <a:ln w="12700">
            <a:solidFill>
              <a:srgbClr val="FF444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Being honest about what is missing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1143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product has gaps. Here is what PrisePulse does not do yet.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54480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OTP Verification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can sign up with any email without confirming ownership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212848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12848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249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Two-Factor Auth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protected by password only, no Google Authenticator or SMS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871216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871216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29077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Forgot Password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31638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password is forgotten, the account cannot be recovered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529584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529584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35661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Rate Limiting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" y="3822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endpoint accepts unlimited attempts, brute force is possible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1554480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754880" y="1554480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19472" y="15910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Historical 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19472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today intraday chart, no weekly, monthly or yearly view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2212848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2212848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19472" y="22494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F&amp;O or IPO Section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91947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options chain, futures, upcoming IPOs or stock filters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754880" y="2871216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754880" y="2871216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19472" y="290779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Calculator Results Lost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919472" y="31638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cleared when the page is refreshed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54880" y="3529584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54880" y="3529584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19472" y="35661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Cache Resets on Restart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919472" y="38221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cache is lost on every server restart or redeploy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754880" y="4187952"/>
            <a:ext cx="4114800" cy="566928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4754880" y="4187952"/>
            <a:ext cx="54864" cy="566928"/>
          </a:xfrm>
          <a:prstGeom prst="rect">
            <a:avLst/>
          </a:prstGeom>
          <a:solidFill>
            <a:srgbClr val="F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19472" y="42245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Cold Start Delay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919472" y="44805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free tier sleeps after 15 min causing 30-50s wake-up delay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solidFill>
            <a:srgbClr val="00BCD4">
              <a:alpha val="20000"/>
            </a:srgbClr>
          </a:solidFill>
          <a:ln w="12700">
            <a:solidFill>
              <a:srgbClr val="00BC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828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building this taught me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6517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44752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6868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WebSocket Protocol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real-time two-way communication works between browser and server — the backbone of every trading platform.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0040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280160"/>
            <a:ext cx="2651760" cy="54864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4475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4904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Authentication Flow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33756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bcrypt matters. How JWT tokens work. Why passwords should never be stored as plain text — ever.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80760" y="128016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80760" y="1280160"/>
            <a:ext cx="265176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44475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9400" y="14173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Database Design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217920" y="19202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MongoDB schemas, understanding document relationships, and why indexing matters at scale.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32004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20040" y="3017520"/>
            <a:ext cx="26517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8211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6868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Integration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5720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unofficial APIs, managing rate limits with caching, and building robust fallback systems.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0040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200400" y="3017520"/>
            <a:ext cx="2651760" cy="54864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3182112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74904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Pipeline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333756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to Vercel to Render — how auto-deployment works and why environment variables keep secrets safe.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80760" y="3017520"/>
            <a:ext cx="2651760" cy="155448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080760" y="3017520"/>
            <a:ext cx="2651760" cy="54864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182112"/>
            <a:ext cx="347472" cy="34747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629400" y="31546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 Thinking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6217920" y="36576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that seem simple (live prices, login) involve 10 layers of complexity. The gap is just code.</a:t>
            </a:r>
            <a:endParaRPr lang="en-US" sz="1000" dirty="0"/>
          </a:p>
        </p:txBody>
      </p:sp>
      <p:sp>
        <p:nvSpPr>
          <p:cNvPr id="36" name="Text 28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A0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PrisePulse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gap between an idea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a working product</a:t>
            </a:r>
            <a:endParaRPr lang="en-US" sz="2800" dirty="0"/>
          </a:p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just code.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2801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 Shah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Developer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0" y="914400"/>
            <a:ext cx="3108960" cy="3200400"/>
          </a:xfrm>
          <a:prstGeom prst="rect">
            <a:avLst/>
          </a:prstGeom>
          <a:solidFill>
            <a:srgbClr val="0D1626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69280" y="914400"/>
            <a:ext cx="3108960" cy="54864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06440" y="1051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806440" y="157276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06440" y="1572768"/>
            <a:ext cx="54864" cy="548640"/>
          </a:xfrm>
          <a:prstGeom prst="rect">
            <a:avLst/>
          </a:prstGeom>
          <a:solidFill>
            <a:srgbClr val="00C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159105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85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App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184708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prisepulse-two.vercel.app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230428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06440" y="2304288"/>
            <a:ext cx="54864" cy="548640"/>
          </a:xfrm>
          <a:prstGeom prst="rect">
            <a:avLst/>
          </a:prstGeom>
          <a:solidFill>
            <a:srgbClr val="00BC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232257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C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Backend API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3600" y="25786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prisepulse-server.onrender.com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06440" y="3035808"/>
            <a:ext cx="2834640" cy="548640"/>
          </a:xfrm>
          <a:prstGeom prst="rect">
            <a:avLst/>
          </a:prstGeom>
          <a:solidFill>
            <a:srgbClr val="131C2E"/>
          </a:solidFill>
          <a:ln w="12700">
            <a:solidFill>
              <a:srgbClr val="1F2937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06440" y="3035808"/>
            <a:ext cx="54864" cy="548640"/>
          </a:xfrm>
          <a:prstGeom prst="rect">
            <a:avLst/>
          </a:prstGeom>
          <a:solidFill>
            <a:srgbClr val="00E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30540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67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331012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github.com/Krish-065/prisepulse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B72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 for your time!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86968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1060</Words>
  <Application>Microsoft Office PowerPoint</Application>
  <PresentationFormat>On-screen Show (16:9)</PresentationFormat>
  <Paragraphs>235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PrisePulse</dc:title>
  <dc:subject>PptxGenJS Presentation</dc:subject>
  <dc:creator>Krish Shah</dc:creator>
  <cp:lastModifiedBy>Krish Shah</cp:lastModifiedBy>
  <cp:revision>2</cp:revision>
  <dcterms:created xsi:type="dcterms:W3CDTF">2026-03-20T07:38:00Z</dcterms:created>
  <dcterms:modified xsi:type="dcterms:W3CDTF">2026-03-21T03:48:54Z</dcterms:modified>
</cp:coreProperties>
</file>