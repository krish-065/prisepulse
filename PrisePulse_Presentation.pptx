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896112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517904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2139696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761488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383280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4005072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4626864"/>
            <a:ext cx="3474720" cy="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0"/>
            <a:ext cx="0" cy="4389120"/>
          </a:xfrm>
          <a:prstGeom prst="line">
            <a:avLst/>
          </a:prstGeom>
          <a:noFill/>
          <a:ln w="3810">
            <a:solidFill>
              <a:srgbClr val="4B55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474720"/>
            <a:ext cx="256032" cy="-5486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926080"/>
            <a:ext cx="256032" cy="27432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200400"/>
            <a:ext cx="256032" cy="-6400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2560320"/>
            <a:ext cx="256032" cy="1828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7728" y="2743200"/>
            <a:ext cx="256032" cy="-73152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011680"/>
            <a:ext cx="256032" cy="3657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2377440"/>
            <a:ext cx="256032" cy="-5486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35824" y="1828800"/>
            <a:ext cx="256032" cy="3657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1856" y="2194560"/>
            <a:ext cx="256032" cy="-6400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1554480"/>
            <a:ext cx="256032" cy="3657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1920240"/>
            <a:ext cx="256032" cy="-6400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42900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3912" y="28803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315468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65976" y="251460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22008" y="269748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19659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34072" y="23317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90104" y="178308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46136" y="21488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02168" y="15087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18745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14232" y="12344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731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PrisePulse</a:t>
            </a:r>
            <a:endParaRPr lang="en-US" sz="5400" dirty="0"/>
          </a:p>
        </p:txBody>
      </p:sp>
      <p:sp>
        <p:nvSpPr>
          <p:cNvPr id="42" name="Text 40"/>
          <p:cNvSpPr/>
          <p:nvPr/>
        </p:nvSpPr>
        <p:spPr>
          <a:xfrm>
            <a:off x="457200" y="1783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Intelligence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Investors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320040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·  React + Node.js + MongoDB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74320" y="44531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Markets  ·  Crypto  ·  Portfolio Tracker  ·  Financial Tools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520440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3474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https://prisepulse-two.vercel.app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3931920"/>
          </a:xfrm>
          <a:prstGeom prst="rect">
            <a:avLst/>
          </a:prstGeom>
          <a:solidFill>
            <a:srgbClr val="1A0A0A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5720" cy="3931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8988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retail investors use 4–5 different apps for stocks, crypto, mutual funds, news &amp; 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4825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are paid, complex, or cluttered with ads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066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free platform covers NSE stocks + crypto + MF + commodities + portfolio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649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SIP, EMI, brokerage requires switching between websites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868680"/>
            <a:ext cx="4160520" cy="3931920"/>
          </a:xfrm>
          <a:prstGeom prst="rect">
            <a:avLst/>
          </a:prstGeom>
          <a:solidFill>
            <a:srgbClr val="0A1A1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868680"/>
            <a:ext cx="45720" cy="3931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3898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— markets, crypto, MF, news, portfolio, watchlist &amp;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4825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— no subscription, no ads, no account required for browsing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761488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70662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multiple financial APIs updated every 10–90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19856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649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financial calculators — SIP, EMI, brokerage, returns &amp; more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886968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869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344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NIFTY, SENSEX, BANK NIFTY &amp; NIFTY IT updating every 10 seconds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77240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886968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8869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64408" y="1344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coins with live INR prices, 1h/24h/7d change via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777240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777240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886968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8869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9048" y="1344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9048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latest financial articles — stocks, crypto, economy, IPO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212848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212848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2322576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3225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" y="27797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30815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holdings, track real-time P&amp;L across stocks, crypto &amp; commodities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212848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212848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2322576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3225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64408" y="27797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64408" y="30815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watchlist for stocks, crypto and commodities with live prices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2212848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2212848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9048" y="2322576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23225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99048" y="27797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Tools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99048" y="30815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calculators: SIP, EMI, Brokerage, Compound Interest &amp; more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648456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48456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" y="3758184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3758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" y="42153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9768" y="4517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for top Indian funds directly from AMFI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54680" y="3648456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54680" y="3648456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64408" y="3758184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4408" y="3758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64408" y="42153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64408" y="4517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Silver, Crude Oil, Natural Gas &amp; Copper in INR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89320" y="3648456"/>
            <a:ext cx="26517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89320" y="3648456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99048" y="3758184"/>
            <a:ext cx="548640" cy="34747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99048" y="3758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99048" y="42153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099048" y="4517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— portfolio &amp; watchlist saved to your account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834640" cy="4023360"/>
          </a:xfrm>
          <a:prstGeom prst="rect">
            <a:avLst/>
          </a:prstGeom>
          <a:solidFill>
            <a:srgbClr val="1E3A5F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8346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389888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71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" y="1920240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9019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2450592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" y="2980944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9626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" y="3511296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493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" y="4041648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822960"/>
            <a:ext cx="2834640" cy="4023360"/>
          </a:xfrm>
          <a:prstGeom prst="rect">
            <a:avLst/>
          </a:prstGeom>
          <a:solidFill>
            <a:srgbClr val="1A2F1A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1389888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1371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10712" y="1920240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19019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10712" y="2450592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10712" y="2980944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29626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10712" y="3511296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493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10712" y="4041648"/>
            <a:ext cx="45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72200" y="822960"/>
            <a:ext cx="2834640" cy="4023360"/>
          </a:xfrm>
          <a:prstGeom prst="rect">
            <a:avLst/>
          </a:prstGeom>
          <a:solidFill>
            <a:srgbClr val="2D1F3D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822960"/>
            <a:ext cx="2834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DEPLOYMENT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6792" y="1389888"/>
            <a:ext cx="45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1371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36792" y="1920240"/>
            <a:ext cx="45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4808" y="19019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36792" y="2450592"/>
            <a:ext cx="45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36792" y="2980944"/>
            <a:ext cx="45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29626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36792" y="3511296"/>
            <a:ext cx="45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64808" y="3493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154680" y="2834640"/>
            <a:ext cx="91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2834640"/>
            <a:ext cx="91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ect">
            <a:avLst/>
          </a:prstGeom>
          <a:solidFill>
            <a:srgbClr val="1E3A5F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on Vercel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Crypto · Portfolio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· News · 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51760" cy="1828800"/>
          </a:xfrm>
          <a:prstGeom prst="rect">
            <a:avLst/>
          </a:prstGeom>
          <a:solidFill>
            <a:srgbClr val="1A2F1A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536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on Render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Socket.io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· JWT Auth · Cron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651760" cy="1828800"/>
          </a:xfrm>
          <a:prstGeom prst="rect">
            <a:avLst/>
          </a:prstGeom>
          <a:solidFill>
            <a:srgbClr val="2D1F3D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9728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1536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Portfolio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Collections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2011680"/>
            <a:ext cx="32004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011680"/>
            <a:ext cx="32004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APIS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1627632" cy="1280160"/>
          </a:xfrm>
          <a:prstGeom prst="rect">
            <a:avLst/>
          </a:prstGeom>
          <a:solidFill>
            <a:srgbClr val="1A2F1A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747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India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· Gainers · Losers · Charts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66544" y="3474720"/>
            <a:ext cx="1627632" cy="1280160"/>
          </a:xfrm>
          <a:prstGeom prst="rect">
            <a:avLst/>
          </a:prstGeom>
          <a:solidFill>
            <a:srgbClr val="1A2030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66544" y="34747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7984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57984" y="38587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· Commodities · Futures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67328" y="3474720"/>
            <a:ext cx="1627632" cy="1280160"/>
          </a:xfrm>
          <a:prstGeom prst="rect">
            <a:avLst/>
          </a:prstGeom>
          <a:solidFill>
            <a:srgbClr val="1A2020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67328" y="34747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58768" y="38587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Crypto in INR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68112" y="3474720"/>
            <a:ext cx="1627632" cy="1280160"/>
          </a:xfrm>
          <a:prstGeom prst="rect">
            <a:avLst/>
          </a:prstGeom>
          <a:solidFill>
            <a:srgbClr val="2A2010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68112" y="34747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/ mfapi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38587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NAV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68896" y="3474720"/>
            <a:ext cx="1627632" cy="1280160"/>
          </a:xfrm>
          <a:prstGeom prst="rect">
            <a:avLst/>
          </a:prstGeom>
          <a:solidFill>
            <a:srgbClr val="2A1020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68896" y="34747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0336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0336" y="38587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 Articles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926080"/>
            <a:ext cx="0" cy="5029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143000"/>
            <a:ext cx="1993392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43000"/>
            <a:ext cx="1993392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23,114.5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+0.49%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78024" y="1143000"/>
            <a:ext cx="1993392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78024" y="1143000"/>
            <a:ext cx="1993392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76,321.8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87752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1143000"/>
            <a:ext cx="1993392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143000"/>
            <a:ext cx="1993392" cy="274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NIFTY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18304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53,427.0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18304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39128" y="1143000"/>
            <a:ext cx="1993392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39128" y="1143000"/>
            <a:ext cx="1993392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48856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29,199.6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48856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+2.17%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2514600"/>
            <a:ext cx="566928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— Intraday Chart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329184" cy="-1828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4206240"/>
            <a:ext cx="329184" cy="-914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7008" y="4114800"/>
            <a:ext cx="329184" cy="1828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36192" y="4297680"/>
            <a:ext cx="329184" cy="-27432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65376" y="4023360"/>
            <a:ext cx="329184" cy="-914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3931920"/>
            <a:ext cx="329184" cy="22860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23744" y="4160520"/>
            <a:ext cx="329184" cy="-32004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840480"/>
            <a:ext cx="329184" cy="1371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3977640"/>
            <a:ext cx="329184" cy="-22860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11296" y="3749040"/>
            <a:ext cx="329184" cy="1371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3886200"/>
            <a:ext cx="329184" cy="-22860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69664" y="3657600"/>
            <a:ext cx="329184" cy="1371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8848" y="3794760"/>
            <a:ext cx="329184" cy="-18288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3611880"/>
            <a:ext cx="329184" cy="13716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9632" y="2514600"/>
            <a:ext cx="2633472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5508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GAINERS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944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29443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3200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↑3.41%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3447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TATASTEEL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34472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3703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↑3.08%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3950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JSWSTEEL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0" y="39502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4206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↑3.28%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6634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every 10 seconds via HTTP polling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66435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61863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status banner with live IST clock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665269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619549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chart with Recharts library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68172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636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every 10 seconds via HTTP polling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83280" y="468172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20440" y="4636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status banner with live IST clock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00800" y="468172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4636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chart with Recharts library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 &amp; Watchlist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02920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463040" cy="7772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Rs.1,25,000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39112" y="1572768"/>
            <a:ext cx="1463040" cy="7772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84832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Rs.1,38,450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21024" y="1572768"/>
            <a:ext cx="1463040" cy="777240"/>
          </a:xfrm>
          <a:prstGeom prst="rect">
            <a:avLst/>
          </a:prstGeom>
          <a:solidFill>
            <a:srgbClr val="1F2937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66744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P&amp;L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66744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+Rs.13,450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487168"/>
            <a:ext cx="480060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44752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86584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PRICE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28416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PRICE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70248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2807208"/>
            <a:ext cx="4800600" cy="438912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44752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86584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Rs.2,450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Rs.2,612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0248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+Rs.810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282696"/>
            <a:ext cx="4800600" cy="438912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44752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86584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Rs.1,540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28416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Rs.1,423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70248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-Rs.1,170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3758184"/>
            <a:ext cx="4800600" cy="438912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803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44752" y="3803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6584" y="3803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Rs.68,000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28416" y="3803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Rs.71,200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70248" y="3803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+Rs.160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1143000"/>
            <a:ext cx="329184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23560" y="1572768"/>
            <a:ext cx="100584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675120" y="1572768"/>
            <a:ext cx="10058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26680" y="1572768"/>
            <a:ext cx="10058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77840" y="1938528"/>
            <a:ext cx="3154680" cy="566928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TATASTEEL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87568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Rs.196.38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1993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+3.08%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77840" y="2596896"/>
            <a:ext cx="31546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87568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HDFCBANK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87568" y="2889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Rs.1,762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0" y="2651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-0.45%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577840" y="3255264"/>
            <a:ext cx="3154680" cy="566928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87568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87568" y="3547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Rs.812.40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15200" y="3310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+1.22%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577840" y="3913632"/>
            <a:ext cx="31546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3968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87568" y="4206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Rs.458.75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15200" y="39684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+0.88%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 &amp; Mutual Funds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89204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INR prices · Top 20 coins · 1h / 24h / 7d change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7548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09344" y="18196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(INR)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61488" y="18196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13632" y="18196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475488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579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682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9344" y="2176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Rs.71,24,500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61488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67328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7548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8833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986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09344" y="2706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Rs.2,48,320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61488" y="27066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67328" y="27066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+5.2%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475488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18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09344" y="32369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Rs.12,840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61488" y="32369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67328" y="32369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+12.1%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47548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9593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Rs.512.40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61488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67328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242816"/>
            <a:ext cx="475488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79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4897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09344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Rs.48,210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61488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+1.44%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67328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681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every 90 seconds · Fetched browser-side via CoinGecko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94960" y="1143000"/>
            <a:ext cx="342900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53212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3212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from AMFI India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1828800"/>
            <a:ext cx="3291840" cy="548640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59552" y="1874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59552" y="21122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Rs.108.42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4380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40680" y="2441448"/>
            <a:ext cx="3291840" cy="548640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5955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Flexi Cap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59552" y="27249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Rs.82.14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43800" y="2487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+0.52%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40680" y="3054096"/>
            <a:ext cx="3291840" cy="548640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59552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 Opp.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559552" y="3337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Rs.145.80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543800" y="3099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40680" y="3666744"/>
            <a:ext cx="3291840" cy="548640"/>
          </a:xfrm>
          <a:prstGeom prst="rect">
            <a:avLst/>
          </a:prstGeom>
          <a:solidFill>
            <a:srgbClr val="1F2937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9552" y="3712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 Chip Fund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559552" y="3950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Rs.72.35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543800" y="3712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440680" y="4279392"/>
            <a:ext cx="3291840" cy="548640"/>
          </a:xfrm>
          <a:prstGeom prst="rect">
            <a:avLst/>
          </a:prstGeom>
          <a:solidFill>
            <a:srgbClr val="161B22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59552" y="4325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Small Cap Fund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59552" y="4562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Rs.98.60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43800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+0.44%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40680" y="46817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updated once daily by AMFI after market close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Calculators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20700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207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16002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Calculator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value of systematic monthly investments given rate &amp; duration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96312" y="109728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09728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20700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207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06040" y="16002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 repayment amount for any principal, rate &amp; tenure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72584" y="109728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09728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120700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207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BRKR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82312" y="16002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Calculator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cost — STT, GST, exchange &amp; SEBI charges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48856" y="109728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109728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58584" y="120700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12070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C.I.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58584" y="16002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8584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with annual / quarterly / monthly compounding frequency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08176" y="288036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08176" y="288036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17904" y="299008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2990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17904" y="33832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 Calculator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17904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shares to buy based on account size, risk % &amp; stop-loss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84448" y="288036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84448" y="288036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94176" y="299008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4176" y="2990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94176" y="33832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Calculator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94176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margin for F&amp;O trading — lot size x price x margin 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2880360"/>
            <a:ext cx="201168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60720" y="2880360"/>
            <a:ext cx="45720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70448" y="2990088"/>
            <a:ext cx="594360" cy="292608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2990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70448" y="33832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Calculator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70448" y="3703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&amp; percentage returns on any holding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916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India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20140" y="1645920"/>
            <a:ext cx="0" cy="50292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4420" y="21031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1691640" cy="685800"/>
          </a:xfrm>
          <a:prstGeom prst="rect">
            <a:avLst/>
          </a:prstGeom>
          <a:solidFill>
            <a:srgbClr val="1A2F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Quotes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Gainers / Losers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1691640" cy="25603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20140" y="3255264"/>
            <a:ext cx="0" cy="4572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051560"/>
            <a:ext cx="16916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40380" y="1645920"/>
            <a:ext cx="0" cy="50292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4660" y="21031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2240280"/>
            <a:ext cx="1691640" cy="685800"/>
          </a:xfrm>
          <a:prstGeom prst="rect">
            <a:avLst/>
          </a:prstGeom>
          <a:solidFill>
            <a:srgbClr val="1A2F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2999232"/>
            <a:ext cx="1691640" cy="25603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10-60s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40380" y="3255264"/>
            <a:ext cx="0" cy="4572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051560"/>
            <a:ext cx="16916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60620" y="1645920"/>
            <a:ext cx="0" cy="50292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4900" y="21031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2240280"/>
            <a:ext cx="1691640" cy="685800"/>
          </a:xfrm>
          <a:prstGeom prst="rect">
            <a:avLst/>
          </a:prstGeom>
          <a:solidFill>
            <a:srgbClr val="1A2F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Prices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Conversion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2999232"/>
            <a:ext cx="1691640" cy="25603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90s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60620" y="3255264"/>
            <a:ext cx="0" cy="4572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051560"/>
            <a:ext cx="16916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/ mfapi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80860" y="1645920"/>
            <a:ext cx="0" cy="50292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5140" y="21031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240280"/>
            <a:ext cx="1691640" cy="685800"/>
          </a:xfrm>
          <a:prstGeom prst="rect">
            <a:avLst/>
          </a:prstGeom>
          <a:solidFill>
            <a:srgbClr val="1A2F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2999232"/>
            <a:ext cx="1691640" cy="25603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60min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80860" y="3255264"/>
            <a:ext cx="0" cy="4572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1051560"/>
            <a:ext cx="16916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801100" y="1645920"/>
            <a:ext cx="0" cy="50292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55380" y="21031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2240280"/>
            <a:ext cx="1691640" cy="685800"/>
          </a:xfrm>
          <a:prstGeom prst="rect">
            <a:avLst/>
          </a:prstGeom>
          <a:solidFill>
            <a:srgbClr val="1A2F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5280" y="2999232"/>
            <a:ext cx="1691640" cy="256032"/>
          </a:xfrm>
          <a:prstGeom prst="rect">
            <a:avLst/>
          </a:prstGeom>
          <a:solidFill>
            <a:srgbClr val="00A67E"/>
          </a:solidFill>
          <a:ln w="12700">
            <a:solidFill>
              <a:srgbClr val="00A67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15min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801100" y="3255264"/>
            <a:ext cx="0" cy="4572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749040"/>
            <a:ext cx="8686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49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Prices auto-update in UI without page refresh · State managed with React hooks · No manual reload needed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002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987552"/>
            <a:ext cx="502920" cy="5029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&amp; password via secure 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481328"/>
            <a:ext cx="1005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914400"/>
            <a:ext cx="16002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9464" y="987552"/>
            <a:ext cx="502920" cy="5029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2264" y="1572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12264" y="19202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hashes password with salt round 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21024" y="1481328"/>
            <a:ext cx="1005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914400"/>
            <a:ext cx="16002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987552"/>
            <a:ext cx="502920" cy="5029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13048" y="1572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3048" y="19202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signs a 7-day token and returns to client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21808" y="1481328"/>
            <a:ext cx="1005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22392" y="914400"/>
            <a:ext cx="16002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71032" y="987552"/>
            <a:ext cx="502920" cy="5029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13832" y="1572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9202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saved in localStorage for session persistence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22592" y="1481328"/>
            <a:ext cx="1005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3176" y="914400"/>
            <a:ext cx="1600200" cy="201168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71816" y="987552"/>
            <a:ext cx="502920" cy="5029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14616" y="1572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14616" y="19202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Watchlist verify JWT on every request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HIGHLIGHTS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5204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3611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 — never in plaintext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35204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3756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721608" y="3611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expire after 7 days — stateless auth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35204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47688" y="3611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portfolio &amp; watchlist routes protected with JWT middleware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2062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5528" y="42976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— only Vercel frontend domain allowed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46120" y="42062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3756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721608" y="42976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stored as server environment variables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4206240"/>
            <a:ext cx="278892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47688" y="42976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 for Markets, Crypto, News &amp; Tools without login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PrisePulse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Financial Intelligence Platform for Indian Investors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1874520"/>
            <a:ext cx="1627632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8745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96596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" y="25786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1874520"/>
            <a:ext cx="1627632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8745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96596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84832" y="25786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22192" y="1874520"/>
            <a:ext cx="1627632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8745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96596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822192" y="25786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59552" y="1874520"/>
            <a:ext cx="1627632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59552" y="18745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96596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559552" y="25786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Interval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874520"/>
            <a:ext cx="1627632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96912" y="1874520"/>
            <a:ext cx="162763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196596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96912" y="25786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Node.js  ·  Express  ·  MongoDB  ·  JWT  ·  Tailwind CSS  ·  Recharts  ·  Socket.io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749040"/>
            <a:ext cx="4572000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749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https://prisepulse-two.vercel.app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PrisePulse — Financial Intelligence Platform</dc:title>
  <dc:subject>PptxGenJS Presentation</dc:subject>
  <dc:creator>PptxGenJS</dc:creator>
  <cp:lastModifiedBy>PptxGenJS</cp:lastModifiedBy>
  <cp:revision>1</cp:revision>
  <dcterms:created xsi:type="dcterms:W3CDTF">2026-03-22T19:16:40Z</dcterms:created>
  <dcterms:modified xsi:type="dcterms:W3CDTF">2026-03-22T19:16:40Z</dcterms:modified>
</cp:coreProperties>
</file>